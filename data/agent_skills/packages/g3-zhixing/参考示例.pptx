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1A2E"/>
                </a:solidFill>
                <a:latin typeface="Microsoft YaHei"/>
              </a:defRPr>
            </a:pPr>
            <a:r>
              <a:t>bha旗舰店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D5F9A"/>
                </a:solidFill>
                <a:latin typeface="Microsoft YaHei"/>
              </a:defRPr>
            </a:pPr>
            <a:r>
              <a:t>全链路运营看板 · PPT执行报告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18288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1554480" cy="73152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A34C"/>
                </a:solidFill>
                <a:latin typeface="Microsoft YaHei"/>
              </a:defRPr>
            </a:pPr>
            <a:r>
              <a:t>¥573,068.47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40050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总销售额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3566160"/>
            <a:ext cx="1554480" cy="73152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C00"/>
                </a:solidFill>
                <a:latin typeface="Microsoft YaHei"/>
              </a:defRPr>
            </a:pPr>
            <a:r>
              <a:t>25.2%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40050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退款率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566160"/>
            <a:ext cx="1554480" cy="73152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D5F9A"/>
                </a:solidFill>
                <a:latin typeface="Microsoft YaHei"/>
              </a:defRPr>
            </a:pPr>
            <a:r>
              <a:t>151,537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0050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总访客数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66160"/>
            <a:ext cx="1554480" cy="73152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t>3.78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0050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UV价值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566160"/>
            <a:ext cx="1554480" cy="73152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36393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A34C"/>
                </a:solidFill>
                <a:latin typeface="Microsoft YaHei"/>
              </a:defRPr>
            </a:pPr>
            <a:r>
              <a:t>31.7%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400507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搜索占比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51页极致拆解 | 每页1核心 | 思考逻辑+执行动作 | 6阶段闭环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 / 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全链路6大模块 · 极致拆解 · 每页思考逻辑+执行动作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508760"/>
            <a:ext cx="457200" cy="457200"/>
          </a:xfrm>
          <a:prstGeom prst="ellipse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店铺诊断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470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KPI/类目/爆款/僵尸/退款/渠道/行动建议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31720"/>
            <a:ext cx="457200" cy="457200"/>
          </a:xfrm>
          <a:prstGeom prst="ellipse">
            <a:avLst/>
          </a:prstGeom>
          <a:solidFill>
            <a:srgbClr val="1BA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需求定位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700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N维机会/营销洞察/数据全景/搜索词/竞品画像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6C3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词根词路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9300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5类词根/蓝海挖掘/词路TOP/卖点/店铺词根/标题词根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3977640"/>
            <a:ext cx="457200" cy="45720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77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产品研发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159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双5SKU/定位语句/功能规格/排期/预算/质量/KPI/风险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8006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营销策划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1389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人群/竞争/SEO/问大家/评价/详情页/直通车/壁垒/蓝海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623560"/>
            <a:ext cx="457200" cy="457200"/>
          </a:xfrm>
          <a:prstGeom prst="ellipse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上架执行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96188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链接矩阵/主图/冲刺/竞品对标/风险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店铺核心KPI指标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bha旗舰店经营数据全景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健康标准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诊断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总销售额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¥573,068.47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473,068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达标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需提升爆款数量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退款后销售额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¥428,423.17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74.8%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健康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退款率需紧急控制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退款金额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¥144,645.30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需排查退款原因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偏高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退款率需紧急控制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总访客数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151,537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需加大推广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UV价值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健康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提升转化率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客单价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¥246.38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优化SKU定价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支付人数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2,326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提升转化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搜索占比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健康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优化搜索词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总推广花费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¥75,822.70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正常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优化推广ROI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推广ROI(含退款)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7.56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4.56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健康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优化推广策略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推广ROI(退款后)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健康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控制退款率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总链接数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427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零销售链接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严重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清理或激活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爆款链接数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正常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加大爆款孵化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店铺健康度评分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退款率偏高需止损，僵尸链接占比过高拖累整体数据，推广ROI偏低需优化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①本周调研退款原因TOP3 ②暂停退款&gt;80%链接推广 ③优化TOP1详情页转化率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类目分布分析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各品类链接数/销售额/退款率/评级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4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05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类目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退款率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访客数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UV价值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旅行箱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422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¥573,068.47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25.2%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151,101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3.79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🟢健康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其他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🟢健康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赠品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430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🟢健康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核心品类链接数占比最高但僵尸率也高，蓝海品类应加大投入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①核心品类清理僵尸链接释放资源 ②蓝海品类增开新链接 ③优化核心品类爆款链接转化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爆款识别TOP10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销售额&gt;¥5000 且 退款率&lt;50%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5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05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商品名称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退款率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访客数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UV价值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支付人数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2026新款行李箱女20寸小型轻便拉杆箱可上飞机铝框18寸登机旅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¥138,047.48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12,379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11.15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小行李箱20寸登机箱可上飞机女生高颜值超轻短途旅行箱18寸拉杆箱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¥119,149.33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34,327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登机箱免托运可上飞机行李箱20x40x55铝框小型超轻拉杆箱女静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¥59,650.10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9,180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宽拉杆行李箱前置开口28寸一九开旅行箱26寸侧开高颜值拉链密码箱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¥33,141.76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10,184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2026新款侧开盖行李箱大容量深仓拉杆箱加厚结实耐用旅行密码箱男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¥30,530.92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4,891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6.24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20寸登机箱小型飞机行李箱可登机免托运加厚耐用超轻静音拉杆箱女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¥24,630.73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3,228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行李箱前置开口18寸登机箱女拉杆旅行箱男20小型轻便侧开密码皮箱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¥23,661.01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7,432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小行李箱短途旅行箱20寸可登机超轻便携式静音带轮结实耐用18寸女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¥22,925.99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5,968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2026热卖新款行李箱30寸女大容量加厚旅行箱男生宽拉杆密码皮箱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¥13,703.00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1,608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8.52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前开口行李箱小型20寸登机箱宽拉杆女生高颜值可上飞机18寸密码箱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¥12,051.94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4,864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TOP1链接销售额占比过高，其余爆款集中在薄款和夏季款，季节性明显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①复制TOP1成功要素到新链接 ②加强反季款开发 ③对TOP3链接做A/B测试提升CTR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TOP1链接深度诊断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店铺销售额最高链接的全维度分析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6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商品名称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2026新款行李箱女20寸小型轻便拉杆箱可上飞机铝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宝贝ID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商品类目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箱包皮具/热销女包/男包&gt;旅行箱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9项核心指标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¥138,047.48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退款后销售额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¥115,995.31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访客数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UV价值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11.15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跳失率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支付人数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客单价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ROI(含退款)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19.89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ROI(退款后)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收藏率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加购率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6条诊断结论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 退款率0.2% — 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 推广ROI(退款后)=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 转化率0.0% — 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 跳失率0.6% — 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 搜索占比=0.2% 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TOP1链接是店铺收入支柱，但退款率和差评可能是隐患，需重点优化维护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①优化TOP1详情页首屏文案 ②增加实测视频增强信任 ③加强评价引导关键词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僵尸链接诊断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零销售/低访客链接健康度分析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7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5717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健康标准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零销售链接数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&lt;10%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偏高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有访客(&gt;100)零销售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有流量无转化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搜索占比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&gt;20%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正常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高跳失率链接TOP10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商品名称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访客数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跳失率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停留时长(秒)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转化率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行李箱20寸登机箱前开盖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一九开行李箱大容量深仓侧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三七分行李箱大容量顺丰次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前开口行李箱20寸多功能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345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一九开大深仓行李箱宽拉杆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2026新款宽拉杆行李箱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行李箱宽拉杆三七分旅行箱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行李箱26寸女生结实耐用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498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行李箱大容量深仓宽拉杆箱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2,041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登机箱免托运小型飞机行李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50%+链接零动销消耗店铺资源，拖累整体转化率和搜索权重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①本周下架近45天无访客链接 ②有访客无转化的做主图优化 ③重复链接合并到主链接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退款率分布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各退款区间链接数与风险等级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8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退款率区间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涉及销售额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风险等级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行动建议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86.9%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¥18,773.29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🟢低风险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正常运营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¥554,295.18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🟢低风险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正常运营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30-50%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🟡中等风险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关注退款原因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50-70%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🟠高风险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优化产品/描述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70-90%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🔴极高风险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暂停推广/排查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90-100%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🔴致命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立即下架/止损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100%+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🔴致命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立即下架/止损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退款率高于行业均值，主要原因：面料质量和尺码不合，需从产品端解决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①开发差异化物料降退款 ②尺码表增加身高对应 ③退款&gt;50%链接立即下架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面料材质盈利分析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哪些面料赚钱哪些亏损，指导产品结构调整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9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面料/材质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退款率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UV价值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盈利诊断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分析结论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盈利面料: 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亏损面料: 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薄款/夏季款盈利能力强，加厚款和绒款退款率高拖累整体利润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①加大薄款/夏季款SKU占比 ②加厚款改用差异化物料降退款 ③绒款测试小批量确认市场接受度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推广渠道效率分析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各渠道ROI/花费/销售额/占比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10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渠道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花费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ROI(退款后)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效率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关键词推广(直通车)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¥28,540.20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¥67,751.47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1.77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万相台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精准人群推广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¥2,664.24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¥16,706.89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4.69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全站推广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¥44,618.26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¥329,663.11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58.8%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¥75,822.70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¥414,121.47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5.65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推广花费TOP10链接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商品名称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推广花费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ROI(退款后)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渠道主力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小行李箱20寸登机箱可上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¥16,148.07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7.38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2026新款行李箱女20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¥6,939.51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19.89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16.72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登机箱免托运可上飞机行李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¥6,677.91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宽拉杆行李箱前置开口28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¥5,888.51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5.63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3.47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小行李箱短途旅行箱20寸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¥4,221.68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20寸登机箱小型飞机行李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¥3,435.22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7.17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5.07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行李箱前置开口18寸登机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¥2,573.75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9.19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2026新款侧开盖行李箱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¥2,550.83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11.97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8.54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前开口行李箱小型20寸登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¥2,459.83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部分渠道ROI&lt;1存在亏损放大，需立即止损；高ROI渠道应加大投入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①暂停ROI&lt;1的推广计划 ②高ROI渠道增加预算20% ③对关键词做精细化出价调整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行动建议 P0-P2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确定性执行节奏：紧急→重要→优化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11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具体行动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预期效果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周期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P0紧急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退款控制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调研退款原因(退款率25.2%)，暂停退款率&gt;80%链接的推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减少退款损失30%+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本周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P0紧急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推广止损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暂停退款后ROI&lt;1的推广计划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停止亏损放大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本周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P0紧急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TOP1优化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优化销售额最高链接的详情页和转化率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提升转化率20%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本周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面料调整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加大加厚、便携等盈利面料占比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降低整体退款率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P1重要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僵尸清理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下架或重新激活284条零销售链接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提升动销率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优化标题词根，搜索占比当前仅31.7%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提升搜索流量50%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P1重要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爆款加推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加大13个爆款的推广投入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爆款销售额提升30%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P2优化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退款率&gt;50%的链接重做详情页，管理买家预期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降低退款率10-20%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P2优化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新品孵化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建立新品30天孵化SOP，目标退款率&lt;30%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新品存活率提升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P2优化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品牌化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建立品牌视觉标准，差异化竞品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提升客单价和复购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退款率改善路线图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目标退款率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核心动作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衡量指标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阶段1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&lt;30%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暂停高退款推广+退款调研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退款率下降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第1-2周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阶段2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&lt;25%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优化详情页+调整面料/产品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退款率持续下降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第3-4周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阶段3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&lt;20%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新品SOP+爆款孵化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新品退款率&lt;20%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第5-8周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阶段4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&lt;15%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品牌化+差异化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客单价提升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第9-12周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P0紧急事项必须本周完成，每天都在亏损现金；P1是未来1个月的核心工作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①P0事项今天开始执行、明天复盘 ②P1事项本周制定方案、下周启动 ③P2事项纳入月度计划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市场N维机会判定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需求分析总览 · N维度交叉验证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12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分析维度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数据结论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搜索人气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CTR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CVR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竞品覆盖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营销策略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赛道序号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赛道名称→Sheet3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定位策略→Sheet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核心词根序号→S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竞争评级→She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搜索量级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CVR预估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→下一步Sheet3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蓝海独占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透气/网眼/松口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→Sheet3 赛道1词根规划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防滑学步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功能升级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防滑/学步/硅胶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→Sheet3 赛道2词根规划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差异化品质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无骨缝/松口不勒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→Sheet3 赛道3词根规划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防蚊长筒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场景细分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防蚊/长筒/包脚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🔵蓝海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→Sheet3 赛道4词根规划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A类纯棉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信任升级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A类/精梳棉/纯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→Sheet3 赛道5词根规划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N维度交叉验证找出确定性和蓝海机会，数据驱动决策不是主观判断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①优先占位蓝海CVR最高词 ②确定性需求做基础卖点 ③飙升词做第二波次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N大营销洞察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需求定位与营销洞察 · 词根数据驱动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13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洞察维度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核心发现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数据支撑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营销动作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核心发现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数据支撑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营销动作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🔥品类入场券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透气/防滑/抗菌=3大刚需词根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透气(43.5%)/防滑(6.5%)/抗菌(2.2%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主图首图必须出现核心功能关键词，缺一不可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🎨风格蓝海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薄款为唯一主流风格词根，其他风格&lt;5%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薄款(97.8%)/0个风格词根覆盖率&lt;5%，风格词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开发北欧简约/奶油风/侘寂风/新中式4个风格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⚡功能蓝海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抗菌仅2.2%覆盖=功能差异化机会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1条链接覆盖抗菌，低覆盖=蓝海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抗菌=核心差异化，主图展示功能效果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🏆TOP链接特征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TOP5链接共性：核心功能+场景明确+价格亲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TOP1收货5000/均价19.0元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爆款公式=核心功能+场景词根全覆盖+价格竞争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每条洞察都有明确数据支撑，不是主观判断，可直接转化为执行动作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①每条洞察对应1个执行动作 ②优先级P0的本周启动 ③优先级P1的下周启动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品类数据全景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新品链接上架定位深度分析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14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数据维度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核心发现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数据维度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数据量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来源品牌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核心发现TOP3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6,306条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CECE2621+不莱玫1885+地平线8号1800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好看1243/顺滑791/轻515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问大家数据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2,090条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不莱玫500+地平线8号500+CECE1090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质量266/托运80/轮子54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竞品搜索词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3品牌×4类词频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不莱玫+地平线8号+CECE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静音/顺滑/轻/好看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行业搜索词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侧开46词+大容量441词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网眼透气+防滑地板袜+无骨缝合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侧开盖900万/大容量225万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二、3品牌评价量对比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CECE旗舰店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2,621条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好看712/喜欢528/顺滑318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不莱玫旗舰店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1,885条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29.9%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好看365/轻211/顺滑201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地平线8号旗舰店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1,800条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顺滑272/静音196/好看166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三、评价关键词频TOP20(3品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提及次数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提及率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1243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顺滑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喜欢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静音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评价数据量充足，需求明确，竞争格局清晰，可直接进入产品研发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①用数据全景确认产品方向 ②优先解决TOP3痛点 ③立即启动产品研发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需求优先级矩阵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N维需求矩阵 + 评价/问大家交叉验证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15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需求维度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评价提及率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问大家提及率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需求维度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类别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需求说明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评价提及率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问大家提及率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轮子顺滑静音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轮子是最大关注点(正面791+负面1250)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12.6%(791顺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8.7%(轮子133次)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外观颜值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外观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好看是购买第一决策因素(1243次)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19.7%(1243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容量大/深仓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容量不够是最大负面痛点(900次)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14.3%(900负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5.7%(容量)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重量轻便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重是TOP4痛点(291次),轻515好评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8.2%(515轻)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拉杆质量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拉杆负面228次,问大家高频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3.6%(228负面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7.6%(拉杆)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拉链/锁安全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拉链负面308次→铝框方向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4.9%(308负面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4.4%(拉链)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质量耐用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材质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差244负面+结实232正面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3.7%(232)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12.6%(质量)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尺寸选择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规格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20寸登机+24寸+26寸三主力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5.7%(尺寸)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侧开盖开箱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侧开盖是蓝海赛道核心功能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防刮耐磨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材质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刮花是差评高频词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1.5%(刮)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3.0%(防刮)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品牌正品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品牌搜索CVR极高(汉客62.5%)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4.3%(品牌)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多功能组合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1:9扩展CVR102.5%=终极需求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二、购买决策路径(问大家验证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决策阶段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核心问题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提及频次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买家焦虑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营销应对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认知阶段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质量怎么样？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怕买到劣质箱子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材质数据+品牌背书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TOP3需求是确定性机会且竞品覆盖低，是纯蓝海机会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①TOP1需求作为P0功能确定开发 ②TOP2需求作为P0同步解决 ③次要需求作为P1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行业搜索词TOP20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搜索量/CVR/在线数/竞争度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16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CVR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在线数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一、搜索量TOP20核心词(婴儿袜子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搜索人气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点击率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115000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婴儿袜子夏薄款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新生婴儿袜子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婴儿袜子0到3个月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新生婴儿袜子夏薄款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1.31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婴儿袜子夏天薄款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婴儿袜子长筒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夏季婴儿袜子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婴儿袜子6到12个月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婴儿袜子夏季薄款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婴儿袜子不勒腿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1.24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婴儿袜子中筒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婴儿袜子纯棉a类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夏天薄款婴儿袜子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高CVR低竞争词是最优先占位的搜索词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①高CVR词精确匹配投放 ②长尾词做场景化覆盖 ③每天检查新词变化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竞品差异化画像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竞品优劣势对比 + 我们的差异化方向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17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核心劣势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我们的差异化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主图方向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一、品牌竞争矩阵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CECE旗舰店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不莱玫旗舰店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地平线8号旗舰店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市场空白机会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2,621条(绝对优势)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1,885条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1,800条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好看+顺滑+静音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轻+顺滑+静音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顺滑+静音+满意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侧开盖+深仓蓝海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核心痛点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轮子504+小360+拉链110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轮子323+小298+拉链115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轮子423+小242+差94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轮子+容量+拉链3大痛点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SKU尺寸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20+24+26寸主力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20+24+28寸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20+24+26寸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24寸侧开深仓蓝海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中端100-500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中端100-400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中高端200-500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300-500侧开蓝海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视觉风格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颜值驱动/多色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轻便+留学生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功能品质/商务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侧开盖实用+颜值组合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人群定位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女性/颜值需求者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留学生/轻便需求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商务/品质需求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家庭/旅行侧开需求空白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轮子痛点率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504次(19.2%)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323次(17.1%)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423次(23.5%)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静音轮=蓝海壁垒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容量痛点率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小360(13.7%)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小298(15.8%)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小242(13.4%)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深仓+扩容=蓝海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拉链痛点率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110(4.2%)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115(6.1%)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83(4.6%)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铝框替代=方向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二、竞品评价关键词对比(3品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CECE(2621)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不莱玫(1885)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地平线8号(1800)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好看(正面)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712(27.2%)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365(19.4%)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166(9.2%)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1243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顺滑(正面)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318(12.1%)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201(10.7%)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272(15.1%)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竞品普遍缺少差异化功能和安全认证，这是我们最大的差异化突破口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①主图突出差异化+认证标识 ②详情页对比竞品劣势 ③标题占位蓝海词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SKU与价格策略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尺码/款式搜索量+竞争+定价+优先级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18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05"/>
              </a:tblGrid>
              <a:tr h="25717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尺码/款式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CVR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赛道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核心人群/月龄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套装数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是否首发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透气网眼夏薄款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3-6月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透气/薄款/夏季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透气网眼夏薄款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6-12月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高性价比/多双换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新生儿无骨安心款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0-3月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无骨缝/A类/亲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新生儿无骨安心款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3-6月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月龄精准/柔软舒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松口不勒防掉款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6-12月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不勒/不掉/弹力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松口不勒防掉款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1-3岁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好动宝宝稳穿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防滑学步功能款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6-12月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硅胶底/抓地稳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长筒防蚊场景款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3-12月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长筒覆盖/透气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二、价格带角色规划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适合赛道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建议承担角色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注意点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¥12-16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透气网眼基础款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引流/拉新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不要为低价牺牲透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¥17-22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透气/长筒/防滑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走量/测试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适合多双装或轻功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¥23-29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无骨安心/松口防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核心爆款/利润款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要明显结构或安全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¥30+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有机棉/A类礼盒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形象款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需认证和细节支撑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高CVR尺码段应优先开发，低竞争尺码段是蓝海机会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①高CVR款定低价抢流量 ②高利润款定高价抓利润 ③长尾款做场景补充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5类词根体系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功能/材质/人群/场景/款式 五类词根全景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19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词根大类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词根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频次(%)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竞争评级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营销洞察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词根大类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出现频次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竞争评级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营销洞察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抗菌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🔵蓝海(低覆盖)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透气(43.5%)/防滑(6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无显著材质词根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场景词根分布均匀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儿童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儿童(41.3%)为主导人群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款式词根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🔴红海(极高覆盖)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薄款(97.8%)为主流款式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红海词根是品类入场券必须做，蓝海词根才是差异化机会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①红海词根做基础占位保证流量 ②蓝海词根做差异化主打 ③组合词路实现蓝海+红海双覆盖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蓝海词根挖掘与占位策略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竞争度&lt;15%的蓝海词根优先占位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20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词根大类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蓝海词根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CVR/增长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竞争评级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营销洞察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抗菌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🔵蓝海(低覆盖)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蓝海词根是确定性机会：高CVR+低竞争，先占位先得利，被跟进后转守位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①本周占位CVR最高词精确匹配 ②本月启动蓝海新链接 ③每个蓝海词独立链接+独立标题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词路分布TOP20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词根组合路径 + 竞争评级 + 词路洞察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21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05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词路组合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平均收货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均价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竞争评级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------薄款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17.7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--透气---薄款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21.7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--防滑---薄款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19.8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--抗菌/透气--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33.7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前3词路占全量60%流量但竞争激烈，中竞争词路是性价比最高的入口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①前3词路做基础占位保证流量 ②中竞争词路做差异化主打 ③每条词路对应1条独立链接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营销卖点分布矩阵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卖点覆盖链接数/占比/评级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22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营销卖点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覆盖链接数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占比(%)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卖点评级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覆盖链接数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卖点评级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透气凉爽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薄款清凉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🟠场景卖点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纯棉材质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🟠材质卖点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抗菌防螨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🔵蓝海卖点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🟡差异化卖点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不勒腿松口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🟡差异化卖点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防蚊功能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10.9%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🟢场景卖点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学步地板袜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🟢场景卖点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中筒实用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🟡款式卖点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长筒过膝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🟡款式卖点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A类安全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21.7%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🟠信任卖点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小月龄0-3月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🟢人群卖点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6-12月学步期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🟢人群卖点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卡通萌趣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🟢风格卖点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卖点覆盖率和竞争度反相关，高覆盖卖点竞争激烈，低覆盖卖点可能是蓝海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①确定性卖点做基础占位 ②差异化卖点做主打 ③低覆盖卖点探索新机会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店铺词根销售额TOP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哪些词根赚钱哪些亏损，指导投放重点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23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5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05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词根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销售额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退款率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访客数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UV价值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盈利诊断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162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¥108,086.52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26,390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4.10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🟢盈利词根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便携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¥23,134.99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6,469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🟢盈利词根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儿童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¥1,250.70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1.56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🟡微利词根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词根分析结论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盈利词根TOP3: 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亏损词根: 暂无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盈利词根集中在核心品类，亏损词根主要在非核心品类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①盈利词根加大投放预算 ②亏损词根减少投放或改善产品 ③关注蓝海词根的新增链接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标题词根体系拆解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标题中的词根结构分析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24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词根类别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核心词根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占比(%)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词根大类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出现频次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功能词根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抗菌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透气(43.5%)/防滑(6.5%)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无显著材质词根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场景词根分布均匀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儿童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儿童(41.3%)为主导人群词根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款式词根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薄款(97.8%)为主流款式，0个款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标题是SEO的第一入口，词根覆盖决定了搜索流量的天花板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①每条标题必须覆盖蓝海词根 ②标题不能重复词根浪费字数 ③核心词根放前、场景词根放后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目标人群4类画像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核心/次要/专业/长尾 四类人群精准画像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25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核心人群(50%)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次要人群(20%)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专业人群(15%)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长尾人群(10%)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特征描述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核心诉求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触达渠道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一、目标人群画像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人群类别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描述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消费特征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核心诉求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触达渠道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搜索词偏好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价格敏感度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🔴主力人群: 0-1岁宝妈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新生婴儿/学步期妈妈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重视安全材质/性价比/多装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纯棉不勒脚/透气/安全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淘宝搜索+宝妈群+小红书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婴儿袜子/夏薄款/透气网眼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中等(¥9.9~19.9/6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🟠次要人群: 1-3岁宝妈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学步期/防滑需求妈妈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重视功能防滑/图案可爱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防滑学步/好看卡通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淘宝搜索+抖音测评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防滑袜/学步袜/地板袜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中等偏低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🟡专业人群: 新生儿敏感宝妈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0-3月/皮肤敏感妈妈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极度重视材质安全/无骨缝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A类纯棉/无骨缝/无荧光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母婴论坛+知乎+小红书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A类/无骨缝/精梳棉/纯棉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高(¥15~29.9)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🟢长尾人群: 价格敏感宝妈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多孩/实惠需求妈妈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追求性价比/多装多色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便宜多装/不起球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淘宝搜索+直播间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宝宝袜子/多色/实惠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高(¥6~9.9)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二、人群痛点矩阵（问大家×评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痛点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问大家频次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评价负面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人群关联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营销应对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勒脚/紧口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925次(16.1%)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紧/勒腿/勒痕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🔴极高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0-1岁主力人群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松口不勒脚+弹性好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★★★★★主图1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第1屏痛点共鸣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闷脚不透气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闷/不透气/热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🔴极高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0-1岁主力人群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透气网眼+薄款凉爽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★★★★★主图1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第2屏功能破局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线头磨脚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188次(3.2%)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线头多/缝线磨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新生儿敏感人群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无骨缝工艺+线头检测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第3屏信任强化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起球不耐穿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235次(4.1%)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起球/毛球/不耐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全部人群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不起球材质+耐磨测试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★★★主图4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第9屏细节证明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掉袜/不贴合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371次(6.4%)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容易掉/脱落/滑落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1-3岁学步人群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松口弹性好不掉袜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第4屏场景解决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不防滑摔跤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滑/不防滑/走路滑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1-3岁学步人群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硅胶防滑底+抓地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第4屏场景解决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材质不纯棉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不是纯棉/假棉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新生儿敏感人群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A类纯棉认证+检测报告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第7屏信任消除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尺码不合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偏大/偏小/不合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全部人群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月龄尺码对照表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★★★主图5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第12屏尺码引导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核心人群占50%是主要消费力量，但专业人群和长尾人群的CVR更高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①主图1覆盖核心人群保证CTR ②垂直链接覆盖专业人群提高CVR ③长尾词覆盖长尾人群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6维竞争策略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产品/价格/视觉/服务/内容/流量 六维差异化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26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5717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策略维度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核心动作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差异化价值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预期效果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一、6维竞争策略核心（P0×2+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策略维度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核心动作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差异化价值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执行优先级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预期效果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产品差异化(P0)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松口不勒脚+透气网眼+无骨缝三合一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解决勒脚+闷脚+磨脚三大痛点组合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🔴P0最高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CTR提升30%/CVR提升15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卖点降维打击(P0)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竞品"纯棉"标配→我们"A类精梳纯棉+0甲醛"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把竞品核心卖点变成我们升级标配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🔴P0最高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信任度提升20%/退货率降10%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问大家护城河(P1)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TOP10问题100%回答+老买家每周30条邀请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问大家成为信任入口+卖点植入阵地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🟠P1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问大家转化率提升25%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SEO蓝海占位(P1)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抢占透气网眼/松口不勒/无骨缝/防滑学步蓝海词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低成本获取差异化精准流量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搜索流量提升40%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评价内容运营(P1)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6方向引导评价覆盖卖点金字塔8个卖点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评价成为第二详情页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🟠P1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好评率提升15%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季节营销节奏(P2)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夏季主打透气薄款→春秋主打防滑学步→冬季主打保暖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全年不断档不同主打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🟡P2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全年GMV提升20%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二、执行时间表（4阶段+持续迭代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核心任务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第一阶段: 基础建设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1-2周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话术库+定位+标题+详情页改版+主图出图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7-Sheet方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运营主管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第二阶段: 流量获取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3-4周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直通车5层投放+6人群包定向+A/B测试创意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投放计划+人群包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推广专员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第三阶段: 口碑沉淀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2-4周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评价引导+差评预防+问大家达标+老买家邀请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引导话术库+问大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客服专员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第四阶段: 复盘优化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5-6周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全链路数据复盘+策略优化+季节调整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数据复盘报告+优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运营主管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持续迭代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每月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数据分析+词根补充+竞品监控+季节调整+新爆款发掘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月度报告+词根更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运营主管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产品差异化是根本，视觉差异化是最快见效的，服务差异化是最难复制的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①优先做视觉差异化 ②其次做产品差异化 ③服务差异化作为长期护城河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SEO关键词分层矩阵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核心词/场景词/蓝海词/长尾词 4层布局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27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搜索意图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竞争程度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推荐布局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搜索量级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一、关键词分层矩阵（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层级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搜索意图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竞争程度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推荐布局位置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搜索量级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🔴核心词1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品类入场搜索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🟠高竞争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标题必含+直通车核心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2万~4万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🔴核心词2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品类入场搜索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🟠高竞争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标题必含+直通车核心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1万~2万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🔴核心词3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婴儿袜子夏薄款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季节+功能搜索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标题占位+详情页重点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1万~2万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🔴核心词4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宝宝袜子夏薄款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季节+功能搜索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标题占位+详情页重点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1万~2万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🔴核心词5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婴儿夏季袜子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季节搜索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标题组合+直通车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5000~1万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🟠差异化蓝海词1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透气网眼婴儿袜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差异化功能搜索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标题+详情页+直通车精准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蓝海预估500+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🟠差异化蓝海词2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松口不勒脚婴儿袜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痛点解决搜索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标题+详情页+直通车精准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蓝海预估500+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🟠差异化蓝海词3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无骨缝婴儿袜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差异化工艺搜索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🔵纯蓝海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标题+详情页重点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蓝海预估300+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🟠差异化蓝海词4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防滑学步袜婴儿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场景功能搜索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标题+场景页+直通车定向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1200~2500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🟠差异化蓝海词5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防蚊袜婴儿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蓝海场景搜索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标题+场景页+直通车精准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1200~2500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🟡场景词1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地板袜宝宝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标题组合+场景页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1200~2500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🟡场景词2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宝宝夏季袜子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季节场景搜索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标题组合+详情页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1200~2500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🟡场景词3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宝宝学步袜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人群场景搜索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🟢轻竞争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标题+场景页+直通车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蓝海预估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🟡场景词4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婴儿长筒袜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款式场景搜索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🟡中竞争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标题组合+SKU名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2500~5000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SEO是免费流量的核心渠道，标题覆盖的关键词决定了流量天花板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①核心词放标题前15字 ②蓝海词必须全部覆盖在标题中 ③长尾词用垂直链接覆盖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问大家拦截策略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TOP10高频问题 + 推荐回答话术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28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高频问题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频次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推荐回答话术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一、高频问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排名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高频问题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问大家频次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推荐回答话术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袜子松紧口好不好？会不会勒脚？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925次(16.1%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亲，这款是松口设计，弹性很好不勒脚，宝宝穿一整天也不会有红痕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里面有没有线头？骨缝会不会磨脚？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188次(3.2%)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亲，这款采用无骨缝工艺，内部线头经过严格检测，宝宝娇嫩肌肤零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会不会往下掉？容易掉袜吗？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371次(6.4%)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亲，松口弹性好但不掉袜，莱卡弹力袜口贴合不掉，实测弹力回弹率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会不会起球？耐穿吗？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235次(4.1%)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亲，精梳纯棉材质不起球，100次摩擦测试验证，耐穿10次洗后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纯棉的吗？材质安全吗？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亲，100%精梳纯棉，A类安全认证，0甲醛0荧光剂，检测报告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透气吗？夏天穿会不会闷脚？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亲，网眼透气面积占比60%+，夏季穿凉爽不闷，空调房也舒适~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防滑吗？走路会不会滑？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亲，硅胶点阵防滑底，抓地力强不滑摔，学步期宝宝走路稳~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3个月宝宝穿多大的？尺码怎么选？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亲，0-3月选15cm尺码，我们有精准月龄对照表，7天不合适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问大家是搜索流量转化的关键环节，好的回答能直接提升CVR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①每天检查新问题并及时回答 ②回答要包含关键词提升搜索权重 ③引导买家提问方向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评价运营6方向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引导评价话术模板 + 执行节奏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29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评价引导方向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旺旺话术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目标买家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引导时机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预期效果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一、引导评价话术模板（6方向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引导方向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旺旺话术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目标买家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引导时机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预期评价关键词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不勒脚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亲，宝宝穿了一天没红痕对吧~ 希望您能分享穿着体验哦，松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穿1-2天满意买家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签收后2-3天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不勒脚/不勒腿/松口/弹性好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亲，夏天穿网眼袜透气效果很好吧~ 分享一下宝宝的穿着感受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夏季购买买家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签收后2-3天/高温天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透气/网眼/不闷脚/凉爽/薄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无骨缝不磨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亲，翻看袜子内侧没有骨缝线头对吧~ 我们的零线头设计宝宝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新生儿宝妈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签收后3-5天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无骨缝/没有线头/不磨脚/柔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纯棉A类安全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亲，材质是精梳纯棉的宝宝穿着很安全吧~ A类认证可以放心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材质关注宝妈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签收后2天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纯棉/精梳棉/A类/安全/0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防滑学步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亲，宝宝穿着走路很稳不滑吧~ 硅胶防滑底是学步期必备呢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学步期宝妈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签收后3-5天/使用后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防滑/不滑/硅胶底/走路稳/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不起球耐穿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亲，洗了几次还是很好不起球对吧~ 精梳棉材质耐穿性好呢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多次洗涤买家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签收后7-10天/洗后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不起球/耐穿/洗后如新/好质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二、差评预防与处理流程（6类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差评类型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预防措施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发货前检查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售后话术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挽回方案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勒脚/紧口差评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主图标注松口不勒+尺码建议选大一号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检查袜口弹性是否达标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亲，可能是尺码偏小了，免费换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免费换大一码+松口款推荐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线头磨脚差评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详情页标注无骨缝+线头检测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每双检查内部线头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亲，少量线头可剪掉不影响穿，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免费换新无骨缝款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起球差评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详情页标注精梳棉不起球+摩擦测试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检查面料是否精梳棉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亲，精梳棉材质一般不起球，如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免费退换+推荐精梳棉款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掉袜差评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详情页标注莱卡弹力不掉+回弹测试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检查袜口弹力回弹率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亲，可能是尺码偏大导致，免费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免费换精准尺码款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不防滑差评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详情页标注硅胶防滑底+摩擦系数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检查硅胶底是否完整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亲，硅胶防滑底需要磨合期，如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免费换新防滑款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尺码不合差评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详情页月龄尺码对照表+7天免费换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标注精准尺码信息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亲，尺码不合适7天内免费换合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7天免费换合适尺码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评价是转化的第二入口，好评价能直接提升点击转化率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①每天发送引导评价的旺旺消息 ②重点引导核心关键词 ③场景引导晒图+10条/月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详情页10模块内容架构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每个模块的核心文案+视觉建议+转化目标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30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核心文案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视觉建议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转化目标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一、详情页内容架构（14模块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模块序号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模块名称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核心文案方向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具体文案内容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视觉建议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痛点共鸣区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3秒抓注意力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宝宝袜子勒出红痕？闷脚出汗？线头磨脚？走路容易滑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对比图：勒痕红印vs无痕对比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主卖点1-松口不勒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核心差异化传达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「松口弹性好，不勒宝宝嫩腿」— 弹性松口设计，穿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松口拉伸实拍+无勒痕对比图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主卖点2-透气网眼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核心差异化传达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「透气网眼60%+面积」— 夏季不闷脚，空调房也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网眼透气面积标注+透气示意箭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场景方案-防滑学步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场景代入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学步期宝宝必备防滑袜，硅胶点阵抓地力，室内走路不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宝宝学步实拍场景+硅胶底特写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场景方案-防蚊长筒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场景代入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夏季户外蚊虫多？长筒包脚袜，蚊虫叮不到宝宝嫩皮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户外防蚊场景+长筒覆盖示意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颜值展示-卡通多色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颜值驱动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可爱卡通图案+8色可选，宝宝穿得好看心情好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多色排列展示+卡通图案特写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信任消除-A类纯棉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问大家高频回答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A类安全认证+精梳纯棉+0甲醛0荧光+100%棉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A类认证标识+检测报告+纯棉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信任消除-无骨缝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问大家高频回答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无骨缝工艺+线头检测+零磨点设计，宝宝娇嫩肌肤零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无骨缝放大特写+线头检测标注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细节证明-不起球耐穿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品质传递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精梳棉不起球+100次摩擦测试+耐穿10次洗后如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摩擦测试对比图+洗涤后对比图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细节证明-防掉贴合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品质传递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莱卡弹力袜口+不掉袜实测+弹力回弹测试数据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弹力拉伸测试+不掉袜实测数据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细节证明-吸汗速干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品质传递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纯棉吸汗+速干不闷+网眼透气三合一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吸汗速干测试图+透气数据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尺码选择引导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降低选择门槛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月龄尺码对照表：0-3月/3-6月/6-12月/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尺码对照表+脚长测量指引图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评价晒图墙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社交证明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宝妈真实买家秀+好评关键词+晒图精选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好评截图+买家秀图片+关键词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服务保障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降低决策风险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7天无理由退换+尺码不合适免费换+质量问题包退换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保障图标+退换流程图+客服承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详情页是转化的核心场，前3屏决定买家是否继续看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①首屏必须放最强信任证 ②第2-3屏突出差异化卖点 ③后续屏做场景教育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直通车5层投放策略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关键词/出价/匹配/预算占比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31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投放层级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出价策略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匹配方式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预算占比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一、直通车关键词投放分层（5层）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投放层级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出价策略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匹配方式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预算占比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🔴核心精准词30%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婴儿袜子/宝宝袜子/婴儿袜子夏薄款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高溢价抢位+TOP3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精准匹配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🟠差异化蓝海词20%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透气网眼婴儿袜/松口不勒脚/无骨缝婴儿袜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中等溢价捡漏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精准匹配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🟡场景长尾词20%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防滑学步袜/地板袜/宝宝夏季袜子/宝宝薄袜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中低出价覆盖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广泛匹配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🟡竞品截流词10%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袜哒哒/努比精灵/竞品品牌词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低价截流捡漏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广泛匹配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🟢属性词20%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纯棉/A类/精梳棉/0-3月/薄款/长筒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低出价广泛覆盖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广泛匹配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二、人群定向策略（6人群包）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人群标签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标签描述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出价加价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覆盖逻辑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预期效果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核心人群: 0-1岁宝妈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近期搜索婴儿袜子的25-35岁女性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搜索行为+年龄+育儿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高转化率30~40%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天气敏感人群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所在城市气温&gt;30℃的宝妈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+20%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地域+气温+育儿标签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夏季转化率提升15%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地域定向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华南/华东高温省份宝妈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地域+育儿+购买行为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地域转化率提升10%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专业人群: 新生儿宝妈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0-3月宝宝标签+材质关注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+25%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宝宝月龄+材质搜索+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高CVR25~30%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宝妈复购人群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购买过婴儿袜的复购客户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+10%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购买行为+品类偏好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复购率提升20%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价格敏感人群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低客单价+多装偏好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-10%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价格偏好+多装搜索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引流低成本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三、创意图/视频方向（5种创意）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蓝海词投放是ROI最高的，应优先保证预算；竞品截流词成本低但转化也低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①蓝海词计划20%预算优先保证 ②核心品类词30%做基础流量 ③每天调整出价保持ROI&gt;3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20种差异化壁垒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每种壁垒的核心表达/主图逻辑/搜索词/预期CVR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32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壁垒方向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核心表达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搜索词覆盖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预期CVR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壁垒编号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壁垒方向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核心表达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搜索词覆盖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定价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预期CVR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透气网眼+网眼60.6%=凉爽不闷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婴儿袜子透气网眼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15-25元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防滑地板袜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防滑硅胶点+地板袜47.5%=安全学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婴儿袜子防滑地板袜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18-30元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52.5%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无骨缝合工艺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真无骨+缝合无痕=不勒脚舒适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婴儿袜子无骨缝合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20-35元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10A抗菌防螨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10A抗菌+防螨=安全健康守护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婴儿袜子10A抗菌防螨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25-40元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不勒腿松口设计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不勒腿+松口+32.5%=舒适不压迫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婴儿袜子不勒腿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15-28元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纯棉A类安全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纯棉+A类=安全材质+无甲醛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婴儿袜子纯棉A类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12-25元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学步防滑组合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学步袜+防滑=走路不摔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婴儿袜子学步袜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18-30元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长绒棉升级材质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长绒棉&gt;普通棉=更柔软耐穿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婴儿袜子长绒棉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22-38元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薄款清凉夏袜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薄款+清凉+夏季=凉爽不闷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婴儿袜子薄款透气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10-20元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精梳棉品质升级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精梳棉&gt;普棉=更光滑不起球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婴儿袜子精梳棉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20-35元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0-3月小月龄专款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0-3月+小月龄+小码=精准适配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婴儿袜子0到3个月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12-22元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6-12月学步期专款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6-12月+学步+防滑=走路安全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婴儿袜子6到12个月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18-28元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37.5%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防蚊袜功能创新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防蚊+透气=户外安全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婴儿袜子防蚊袜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15-25元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卡通萌趣图案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卡通+萌趣+宝宝喜欢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婴儿袜子卡通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12-20元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22.5%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B15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中筒袜型实用款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中筒+实用=不掉不滑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婴儿袜子中筒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12-25元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壁垒中CVR最高的先做前5个，再逐步扩展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①TOP5壁垒先做5个 ②每个壁垒对应1条独立链接 ③壁垒应在主图1就体现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链接矩阵(1主+N垂直)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每条链接独立定位+独立标题+独立人群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33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链接编号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链接定位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核心词根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目标人群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营销主张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链接ID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赛道名称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角色定位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核心痛点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SKU核心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🔴超轻登机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核心链接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容量小/轮子差/登机受限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超轻3kg+登机免托+侧开便捷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18/20寸超轻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L-2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🟠出差旅行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核心链接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容量小/轮子差/侧开不方便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大容量+静音万向轮+侧开盖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22/24寸旅行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1主+N垂直避免自己打自己，主链接抢流量，垂直链接抢CVR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①主链接覆盖全品类词根保证流量 ②垂直链接高CVR抢利润 ③垂直链接占位蓝海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5张主图营销逻辑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每张主图的需求定位+匹配词根+营销点+转化预期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34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主图编号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需求定位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匹配词根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营销点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核心文案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转化预期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核心方法论：需求点==营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【标题1·🔥核心】透气网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标题序号→Sheet4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分组→Sheet4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主图排序→Sheet3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合成标题(30字)→Shee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营销定位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副文案→出图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★★★★★主图1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 透气网眼松口不勒脚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核心功能直击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网眼透气面积60%+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 透气网眼松口不勒脚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松口不勒痛点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零勒痕设计 小腿不被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 透气网眼松口不勒脚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品质信任背书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0甲醛0荧光 精梳棉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★★★主图4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 透气网眼松口不勒脚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场景体验补充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空调房也不闷 室内室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【标题2·🔥核心】透气网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标题序号→Sheet4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分组→Sheet4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主图排序→Sheet3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合成标题(30字)→Shee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营销定位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副文案→出图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★★★★★主图1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 网眼透气松口不勒脚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信任双重击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网眼透气面积60%+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 网眼透气松口不勒脚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核心痛点解决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零勒痕设计 小腿不被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★★★★主图3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 网眼透气松口不勒脚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尺码精准匹配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0甲醛0荧光 精梳棉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🔥核心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★★★主图4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宝宝袜子 网眼透气松口不勒脚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场景补充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空调房也不闷 室内室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【标题3·💎差异化】透气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标题序号→Sheet4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分组→Sheet4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主图排序→Sheet3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合成标题(30字)→Shee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营销定位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副文案→出图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💎差异化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★★★★★主图1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婴儿袜子薄款 透气松口不勒脚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蓝海功能切入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网眼透气面积60%+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主图1决定CTR，主图2-3决定停留时长，主图4-5决定加购率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①主图1突出最强卖点 ②主图2突出差异化首创 ③做3版A/B测试确定最优主图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7天冲刺执行清单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Day0-Day7每天任务+负责岗位+交付物+优先级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35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任务编号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任务内容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执行细节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负责岗位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交付物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准备事项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执行内容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完成标准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5赛道标题26-30字精填确认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标题包含核心词根+26-30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主图制作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5张主图营销逻辑执行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设计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主图1痛点共鸣+核心卖点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详情页制作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6个营销模块执行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详情页6模块完整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SKU设置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8SKU尺寸+价格+库存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SKU价格¥136-388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属性填写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品类属性+材质+尺寸完整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属性完整+材质准确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评价布局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评价问大家运营策略准备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追评日历+问大家策略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推广计划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关键词5计划+人群6包创建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推广计划创建完成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客服培训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侧开盖+差异化功能话术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客服话术培训完成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库存备货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8SKU库存+7天备货量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仓储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各SKU≥50件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数据监控表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上架数据监控模板准备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监控模板创建完成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二、Day1-7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天数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核心任务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执行动作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流量目标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转化目标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加购目标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上架首日+测词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上架5链接+开启推广测词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100访客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0.5%CVR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5%加购率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测图优化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主图CTR测试+优化低CTR图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200访客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1.0%CVR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8%加购率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人群测试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6人群包测试+找高转化人群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300访客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1.5%CVR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10%加购率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7天冲刺是上架后的关键期，前3天决定链接的初始权重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①Day0确保全部素材就绪 ②Day1-3重点做直通车蓝海词投放 ③Day4-7复盘数据调整策略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竞品对标监控+追赶策略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我方目标 vs 核心竞品 + 差距分析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36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3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605"/>
                <a:gridCol w="1580605"/>
                <a:gridCol w="1580605"/>
                <a:gridCol w="1580605"/>
                <a:gridCol w="1580605"/>
                <a:gridCol w="1580605"/>
                <a:gridCol w="1580605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监控指标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我方目标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竞品A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竞品B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竞品C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差距分析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追赶策略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Part A: 4家竞品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竞品品牌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评价数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问大家数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价格区间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核心优势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核心弱点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SKU卖点标签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lovetour旗舰店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¥256-328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好看(452)/顺滑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容量小/外观色差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3.0版升级/科思创PC/双轨防爆拉链/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漫游旗舰店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¥356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扩展层+YKK拉链+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价格偏高/拉链质疑/质量担忧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YKK拉链侧开款+扩展层+水杯架+箱套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jinshiwq旗舰店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¥238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大容量+结实耐用+性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拉杆晃动/箱体结实度质疑/软箱托运担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3.0版升级/科思创PC/双轨防爆拉链/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梵玲旅行箱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¥128-238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轻便+深仓+配件终身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质量质疑/箱子薄/拉链不好用/容易摔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大深仓设计+可扩容30%+配件终身保修+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Part B: 8赛道×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赛道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竞品品牌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竞品弱点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我方差异化切入点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我方核心壁垒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价格对标差距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竞品SKU卖点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侧开便捷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lovetour旗舰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侧开便捷取物/站立掏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侧开盖侧开便捷专利设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侧开便捷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漫游旗舰店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侧开便捷取物/站立掏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侧开盖侧开便捷专利设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侧开便捷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jinshiwq旗舰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侧开便捷取物/站立掏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侧开盖侧开便捷专利设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超轻登机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lovetour旗舰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超轻3kg/可登机/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侧开盖超轻登机专利设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超轻登机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漫游旗舰店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超轻3kg/可登机/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侧开盖超轻登机专利设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超轻登机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jinshiwq旗舰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超轻3kg/可登机/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侧开盖超轻登机专利设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深仓大容量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lovetour旗舰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深仓一体式/1:9扩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侧开盖深仓大容量专利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[红]功能 深仓大容量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漫游旗舰店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详见上方Part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深仓一体式/1:9扩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侧开盖深仓大容量专利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对标详见上方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详见Part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竞品对标是持续性工作，不是一次性的，每周都要更新数据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①每周一更新竞品数据 ②差距指标达成后设新目标 ③竞品调价或换主图时立即跟进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54864" cy="45720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200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icrosoft YaHei"/>
              </a:defRPr>
            </a:pPr>
            <a:r>
              <a:t>风险预判与应对8项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概率/影响/等级/预警信号/应对方案/客服话术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37 / 51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9144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  <a:gridCol w="1383030"/>
              </a:tblGrid>
              <a:tr h="242047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风险描述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概率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影响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等级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预警信号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应对方案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客服话术</a:t>
                      </a:r>
                    </a:p>
                  </a:txBody>
                  <a:tcPr anchor="ctr">
                    <a:solidFill>
                      <a:srgbClr val="2D5F9A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风险描述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触发条件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话术预案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预防措施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闭环验证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质量差评风险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买家反馈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差评率&gt;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客服话术：品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品质管控+出厂检测+好评引导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差评率&lt;2%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侧开不方便差评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买家反馈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差评提及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客服话术：侧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详情页侧开使用教程+好评引导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侧开差评&lt;5次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流量不足风险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上架7天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推广加价30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推广预算充足+关键词5计划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访客≥1500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转化率低风险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CVR低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Day7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详情页优化+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详情页6模块+主图5张优化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CVR≥3.5%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竞品跟卖风险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竞品模仿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发现竞品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差异化升级+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差异化3方向+品牌保护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差异化保持领先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库存断货风险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热销SK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库存&lt;1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紧急补货+预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备货≥50件+库存监控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库存≥30件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售后纠纷风险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买家投诉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售后投诉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365天无忧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客服培训+售后保障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售后投诉&lt;3次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推广超预算风险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推广RO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ROI&lt;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降价低效词+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预算监控+ROI监控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ROI≥1:3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二、10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序号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行动名称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执行内容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负责人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截止时间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优先级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验证标准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闭环状态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5标题确认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5赛道标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标题包含核心词根+26-30字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待执行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5主图制作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主图1痛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设计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主图CTR≥5%+5张完整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待执行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详情页6模块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痛点共鸣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设计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详情页6模块完整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待执行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2047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8SKU设置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18/2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SKU设置完整+价格正确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待执行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42048"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推广5计划创建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超轻登机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运营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Day0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5计划创建完成+关键词7步闭环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待执行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303520"/>
            <a:ext cx="5303520" cy="777240"/>
          </a:xfrm>
          <a:prstGeom prst="round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3A5C"/>
                </a:solidFill>
                <a:latin typeface="Microsoft YaHei"/>
              </a:defRPr>
            </a:pPr>
            <a:r>
              <a:t>✨ 思考逻辑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3A5C"/>
                </a:solidFill>
                <a:latin typeface="Microsoft YaHei"/>
              </a:defRPr>
            </a:pPr>
            <a:r>
              <a:t>风险管控是确定性执行的保障，每个风险都有明确的预警信号和应对方案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303520"/>
            <a:ext cx="5303520" cy="777240"/>
          </a:xfrm>
          <a:prstGeom prst="round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3492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5E20"/>
                </a:solidFill>
                <a:latin typeface="Microsoft YaHei"/>
              </a:defRPr>
            </a:pPr>
            <a:r>
              <a:t>✅ 执行动作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577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5E20"/>
                </a:solidFill>
                <a:latin typeface="Microsoft YaHei"/>
              </a:defRPr>
            </a:pPr>
            <a:r>
              <a:t>①每天检查预警信号 ②触发预警立即启动应对方案 ③每周复盘风险状态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t>全链路闭环总结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" cy="201168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F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店铺诊断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退款率偏高需止损</a:t>
            </a:r>
            <a:br/>
            <a:r>
              <a:t>僵尸链接需清理</a:t>
            </a:r>
            <a:br/>
            <a:r>
              <a:t>TOP1链接需优化维护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54864" cy="2011680"/>
          </a:xfrm>
          <a:prstGeom prst="rect">
            <a:avLst/>
          </a:prstGeom>
          <a:solidFill>
            <a:srgbClr val="1BA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A34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需求定位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确定性需求是基础</a:t>
            </a:r>
            <a:br/>
            <a:r>
              <a:t>蓝海机会是突破口</a:t>
            </a:r>
            <a:br/>
            <a:r>
              <a:t>数据驱动不是主观判断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4747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54864" cy="2011680"/>
          </a:xfrm>
          <a:prstGeom prst="rect">
            <a:avLst/>
          </a:prstGeom>
          <a:solidFill>
            <a:srgbClr val="6C3A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3AB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词根词路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5类词根/蓝海占位</a:t>
            </a:r>
            <a:br/>
            <a:r>
              <a:t>词路TOP双覆盖</a:t>
            </a:r>
            <a:br/>
            <a:r>
              <a:t>盈利词根加大投放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34747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657600"/>
            <a:ext cx="54864" cy="201168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C00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产品研发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双5SKU/定位语句</a:t>
            </a:r>
            <a:br/>
            <a:r>
              <a:t>16周排期/质量标准</a:t>
            </a:r>
            <a:br/>
            <a:r>
              <a:t>KPI指标+风险管控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57600"/>
            <a:ext cx="34747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657600"/>
            <a:ext cx="54864" cy="2011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营销策划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06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6维竞争+4层SEO</a:t>
            </a:r>
            <a:br/>
            <a:r>
              <a:t>问大家TOP+评价引导</a:t>
            </a:r>
            <a:br/>
            <a:r>
              <a:t>详情页模块+直通车分层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657600"/>
            <a:ext cx="3474720" cy="2011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8E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3657600"/>
            <a:ext cx="54864" cy="2011680"/>
          </a:xfrm>
          <a:prstGeom prst="rect">
            <a:avLst/>
          </a:prstGeom>
          <a:solidFill>
            <a:srgbClr val="2D5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D5F9A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上架执行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1主+N垂直/主图5张</a:t>
            </a:r>
            <a:br/>
            <a:r>
              <a:t>7天冲刺/竞品对标</a:t>
            </a:r>
            <a:br/>
            <a:r>
              <a:t>风险预判+确定性执行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bha旗舰店 | 51页极致拆解 | 每页思考逻辑+执行动作 | 6阶段闭环 | 确定性执行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B8D"/>
                </a:solidFill>
                <a:latin typeface="Microsoft YaHei"/>
              </a:defRPr>
            </a:pPr>
            <a:r>
              <a:t>38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